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777240"/>
            <a:ext cx="2734056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601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Système intelligent de gestion des présences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par reconnaissance faciale</a:t>
            </a:r>
          </a:p>
          <a:p>
            <a:pPr algn="ctr">
              <a:spcBef>
                <a:spcPts val="1400"/>
              </a:spcBef>
            </a:pPr>
            <a:r>
              <a:rPr sz="1800" b="0" i="1">
                <a:solidFill>
                  <a:srgbClr val="BED0E8"/>
                </a:solidFill>
                <a:latin typeface="Calibri"/>
              </a:rPr>
              <a:t>« AI Class Attendance for Students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0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7E0EF"/>
                </a:solidFill>
                <a:latin typeface="Calibri"/>
              </a:rPr>
              <a:t>Projet de Fin d'Année — Cycle d'ingénieur (2ᵉ année) — 2025 / 2026</a:t>
            </a:r>
          </a:p>
          <a:p>
            <a:pPr algn="ctr">
              <a:spcBef>
                <a:spcPts val="12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Réalisé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BENDADI Mohamed · SADEK Zakaria · BELHASSAN Amine</a:t>
            </a:r>
          </a:p>
          <a:p>
            <a:pPr algn="ctr">
              <a:spcBef>
                <a:spcPts val="4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Encadré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M. Adama SAMAKE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1.  Contexte &amp; problématique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2.  Objectifs du projet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3.  État de l'art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4.  Conception du système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5.  Implémentation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6.  Démonstration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7.  Résultats &amp; évaluation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8.  Éthique &amp; conformité (loi 09-08)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9.  Conclusion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1. Contexte &amp;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L'appel manuel mobilise 5 à 10 minutes par séance — autant de temps pédagogique perdu.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La fraude par procuration (proxy attendance) : un étudiant répond ou signe pour un absent.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Les feuilles papier se perdent, se raturent, et ne produisent aucune statistique.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Comment automatiser l'appel de façon fiable, rapide et éthique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2. Objectifs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Identifier automatiquement les étudiants présents à partir d'une photo de la classe.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Enregistrer les présences et offrir à l'enseignant un tableau de bord de suivi.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Atteindre une précision élevée sur du matériel standard (ordinateur portable, CPU).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Détecter la fraude par photo (détection du vivant / anti-spoofing).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Respecter la réglementation sur les données biométriques (loi 09-08 / CNDP).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3. État de l'art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Chaîne de traitement : Détection → Alignement → Empreinte → Appariement.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Détection : RetinaFace — robuste (petits visages, angles).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Reconnaissance : ArcFace, empreinte 512-d — ~99,4 à 99,8 % sur LFW.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Les meilleurs modèles dépassent la performance humaine (~97,5 %).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Notre choix : intégrer les meilleures briques pré-entraînées plutôt que réentraîner.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-tech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96" y="1691640"/>
            <a:ext cx="941852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Architecture technique en trois couches (interface, serveur + IA, persistance).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cas d'utilisation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-uti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085" y="1691640"/>
            <a:ext cx="5255349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Acteurs et cas d'utilisation ; l'enseignant valide toujours avant enregistrement.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5. Implémentation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Python 3.12, exécution sur CPU (Apple Silicon, sans carte graphique).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IA : InsightFace (RetinaFace + ArcFace) via ONNX Runtime, OpenCV.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Backend : FastAPI + SQLAlchemy + SQLite ; tableau de bord en gabarits Jinja2.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Exports Excel / PDF ; module anti-spoofing MiniFASNet-V2.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Principe clé : la reconnaissance propose, l'enseignant valide, puis on enregistre.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6. Démonstration — prise de présence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_reconnaiss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032" y="1691640"/>
            <a:ext cx="74814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Sur une photo de la classe, chaque étudiant est détecté, reconnu et nommé, avant validation.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évaluation contrôlée (LFW)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imilar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15 identités, 56 photos de test → précision top-1 de 100 % ; distributions nettement séparées.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calibration du seuil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r_f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FAR et FRR nuls entre 0,20 et 0,50 ; seuil retenu : 0,35.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scène multi-visages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lasse_anno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91640"/>
            <a:ext cx="5486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10/10 étudiants reconnus, 2/2 intrus rejetés, ~2 s ; 2 détections parasites (arrière-plan).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8. Éthique &amp; conformité — loi 09-08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 visage est une donnée biométrique sensible (loi 09-08, contrôle CNDP).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Consentement explicite et écrit de chaque personne enrôlée.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Minimisation : on conserve les empreintes plutôt que les images.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Finalité déterminée, accès restreint, sécurité, suppression en fin de projet.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Droits garantis : accès, rectification, suppression, retrait du consentement.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9.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Une application complète : enrôlement → reconnaissance → validation → rapports.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du système validé : 100 % en conditions contrôlées, robuste en multi-visages.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Perspectives :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validation sur une vraie photo de classe (avec consentement)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anti-spoofing éprouvé face à de vraies attaques ; reconnaissance en temps réel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application mobile et intégration au système d'information.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237744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BED0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7E0EF"/>
                </a:solidFill>
                <a:latin typeface="Calibri"/>
              </a:rPr>
              <a:t>BENDADI Mohamed · SADEK Zakaria · BELHASSAN Amine</a:t>
            </a:r>
          </a:p>
          <a:p>
            <a:pPr algn="ctr"/>
            <a:r>
              <a:rPr sz="1300" b="0" i="0">
                <a:solidFill>
                  <a:srgbClr val="BED0E8"/>
                </a:solidFill>
                <a:latin typeface="Calibri"/>
              </a:rPr>
              <a:t>Encadré par M. Adama SAMAKE — ISGA, 2025/2026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